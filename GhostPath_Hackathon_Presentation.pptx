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5486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5600" b="1">
                <a:solidFill>
                  <a:srgbClr val="FFFFFF"/>
                </a:solidFill>
                <a:latin typeface="Arial"/>
              </a:rPr>
              <a:t>GHOST</a:t>
            </a:r>
            <a:r>
              <a:rPr sz="5600" b="1">
                <a:solidFill>
                  <a:srgbClr val="00E5FF"/>
                </a:solidFill>
                <a:latin typeface="Arial"/>
              </a:rPr>
              <a:t>PATH</a:t>
            </a:r>
          </a:p>
          <a:p>
            <a:pPr>
              <a:spcBef>
                <a:spcPts val="1400"/>
              </a:spcBef>
              <a:defRPr sz="1800">
                <a:solidFill>
                  <a:srgbClr val="9AA4B2"/>
                </a:solidFill>
                <a:latin typeface="Arial"/>
              </a:defRPr>
            </a:pPr>
            <a:r>
              <a:t>Real-Time Runtime Threat Detection &amp;</a:t>
            </a:r>
            <a:br/>
            <a:r>
              <a:t>PATH Hijack Correlation for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754880"/>
            <a:ext cx="5486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JetBrains Mono"/>
              </a:defRPr>
            </a:pPr>
            <a:r>
              <a:t>TEAM: GhostPath DevSec</a:t>
            </a:r>
          </a:p>
          <a:p>
            <a:pPr>
              <a:defRPr sz="1000">
                <a:solidFill>
                  <a:srgbClr val="9AA4B2"/>
                </a:solidFill>
                <a:latin typeface="JetBrains Mono"/>
              </a:defRPr>
            </a:pPr>
            <a:r>
              <a:t>RELEASE: v1.2.0 // STABLE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303520" cy="3840480"/>
          </a:xfrm>
          <a:prstGeom prst="rect">
            <a:avLst/>
          </a:prstGeom>
          <a:solidFill>
            <a:srgbClr val="14182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46520" y="1874520"/>
            <a:ext cx="48463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GHOSTPATH SECURITY CONTROL CENTER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===================================================</a:t>
            </a:r>
            <a:br/>
            <a:r>
              <a:t>  SYSTEM STATUS     : [ HIGH VULNERABILITY ALERT ]</a:t>
            </a:r>
            <a:br/>
            <a:r>
              <a:t>  RISK SCORE        : 8 / 10</a:t>
            </a:r>
            <a:br/>
            <a:r>
              <a:t>  COMPROMISE LEVEL  : CRITICAL LIKELIHOOD</a:t>
            </a:r>
            <a:br/>
            <a:r>
              <a:t>===================================================</a:t>
            </a:r>
            <a:br/>
            <a:br/>
            <a:r>
              <a:t>  ACTIVE DETECTIONS:</a:t>
            </a:r>
            <a:br/>
            <a:r>
              <a:t>  [!] Vulnerable relative PATH segments (T1574.007)</a:t>
            </a:r>
            <a:br/>
            <a:r>
              <a:t>  [!] Suspicious process interpreter spawned (python3)</a:t>
            </a:r>
            <a:br/>
            <a:r>
              <a:t>  [!] Command history mutation 'export PATH=.:' captured</a:t>
            </a:r>
            <a:br/>
            <a:br/>
            <a:r>
              <a:t>  Remediation engine ready. Awaiting surgical sandbox sanitisation.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JetBrains Mono"/>
              </a:defRPr>
            </a:pPr>
            <a:r>
              <a:t>THE PAIN THAT DEMANDS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BLINDSPOT IN LINUX RUNTIME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BLIND TRUST IN Unix PATH PRECEDENCE</a:t>
            </a:r>
          </a:p>
          <a:p>
            <a:pPr>
              <a:spcBef>
                <a:spcPts val="800"/>
              </a:spcBef>
              <a:defRPr sz="1200">
                <a:solidFill>
                  <a:srgbClr val="9AA4B2"/>
                </a:solidFill>
                <a:latin typeface="Arial"/>
              </a:defRPr>
            </a:pPr>
            <a:r>
              <a:t>Linux shells search directory listings sequentially. If an attacker plants a malicious script named 'python3' inside an early world-writable segment or relative directory ('.'), it intercepts the execution of legitimate command calls completely.</a:t>
            </a:r>
          </a:p>
          <a:p>
            <a:pPr>
              <a:spcBef>
                <a:spcPts val="2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THE EDR BLINDSPOT</a:t>
            </a:r>
          </a:p>
          <a:p>
            <a:pPr>
              <a:spcBef>
                <a:spcPts val="800"/>
              </a:spcBef>
              <a:defRPr sz="1200">
                <a:solidFill>
                  <a:srgbClr val="9AA4B2"/>
                </a:solidFill>
                <a:latin typeface="Arial"/>
              </a:defRPr>
            </a:pPr>
            <a:r>
              <a:t>Standard EDR agents observe standard command invocations and flag nothing. The execution flow is hijacked silently in the user space, making EDR telemetry useless for identifying local context poisoning.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303520" cy="914400"/>
          </a:xfrm>
          <a:prstGeom prst="rect">
            <a:avLst/>
          </a:prstGeom>
          <a:solidFill>
            <a:srgbClr val="14182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745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01. Writable Directory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Untrusted or relative path segment defaults search precedence.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788920"/>
            <a:ext cx="5303520" cy="914400"/>
          </a:xfrm>
          <a:prstGeom prst="rect">
            <a:avLst/>
          </a:prstGeom>
          <a:solidFill>
            <a:srgbClr val="14182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0175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02. Binary Planted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Attacker drops malicious payload (e.g. ./python3) into local directory.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931920"/>
            <a:ext cx="5303520" cy="914400"/>
          </a:xfrm>
          <a:prstGeom prst="rect">
            <a:avLst/>
          </a:prstGeom>
          <a:solidFill>
            <a:srgbClr val="14182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1605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03. Victim Execution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Victim enters directory, triggers python3 command. Shell executes payload.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5074920"/>
            <a:ext cx="5303520" cy="914400"/>
          </a:xfrm>
          <a:prstGeom prst="rect">
            <a:avLst/>
          </a:prstGeom>
          <a:solidFill>
            <a:srgbClr val="14182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53035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04. Compromised Shell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Malicious code executes under victim privilege. Stealth EDR bypass.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JetBrains Mono"/>
              </a:defRPr>
            </a:pPr>
            <a:r>
              <a:t>OUR BREAKTHROUGH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GHOSTPATH RUNTIME WATCHER &amp; CORRELATION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291840" cy="2926080"/>
          </a:xfrm>
          <a:prstGeom prst="rect">
            <a:avLst/>
          </a:prstGeom>
          <a:solidFill>
            <a:srgbClr val="14182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28346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Live PATH Auditing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Audits directory permissions and precedence structures in active shells. Flags world-writable segments, empty segment variables, and trailing colons that default search order to local directories.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645920"/>
            <a:ext cx="3291840" cy="2926080"/>
          </a:xfrm>
          <a:prstGeom prst="rect">
            <a:avLst/>
          </a:prstGeom>
          <a:solidFill>
            <a:srgbClr val="14182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74520"/>
            <a:ext cx="28346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Behavioral Telemetry Fusion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Fuses bash_history command logs with real-time system process listings (ps aux). Matches active file modifications (chmod +x) and relative spawns dynamically.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83879" y="1645920"/>
            <a:ext cx="3291840" cy="2926080"/>
          </a:xfrm>
          <a:prstGeom prst="rect">
            <a:avLst/>
          </a:prstGeom>
          <a:solidFill>
            <a:srgbClr val="14182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9" y="1874520"/>
            <a:ext cx="28346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Surgical Sandbox Sanitisation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One-click runtime remediation instantly sanitises shell paths. Dynamic shell configuration parsing auto-generates permanent sed clean-up instructions.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937760"/>
            <a:ext cx="10789920" cy="1097280"/>
          </a:xfrm>
          <a:prstGeom prst="rect">
            <a:avLst/>
          </a:prstGeom>
          <a:solidFill>
            <a:srgbClr val="141826"/>
          </a:solidFill>
          <a:ln w="19050">
            <a:solidFill>
              <a:srgbClr val="1F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MITRE ATT&amp;CK TECHNIQUES MAPPED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• T1574.007: Hijack Execution Flow (PATH Variable Hijack)   • T1059: Command and Scripting Interpreter</a:t>
            </a:r>
            <a:br/>
            <a:r>
              <a:t>• T1059.004: Unix Shell command/scripting abuse                    • T1547: Boot or Logon Autostart Execution (Shell Profile Autostart)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JetBrains Mono"/>
              </a:defRPr>
            </a:pPr>
            <a:r>
              <a:t>THE SMART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TELEMETRY PIPELINE &amp; THREAT CORRELATION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2468880" cy="2560320"/>
          </a:xfrm>
          <a:prstGeom prst="rect">
            <a:avLst/>
          </a:prstGeom>
          <a:solidFill>
            <a:srgbClr val="14182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20116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01. AGENTS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path_auditor.sh</a:t>
            </a:r>
            <a:br/>
            <a:r>
              <a:t>log_parser.sh</a:t>
            </a:r>
            <a:br/>
            <a:r>
              <a:t>process_parser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2926080"/>
            <a:ext cx="228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AA4B2"/>
                </a:solidFill>
                <a:latin typeface="JetBrains Mono"/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2011680"/>
            <a:ext cx="2468880" cy="2560320"/>
          </a:xfrm>
          <a:prstGeom prst="rect">
            <a:avLst/>
          </a:prstGeom>
          <a:solidFill>
            <a:srgbClr val="14182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240280"/>
            <a:ext cx="20116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02. CORRELATOR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Heuristic Rules</a:t>
            </a:r>
            <a:br/>
            <a:r>
              <a:t>MITRE ATT&amp;CK Mapping</a:t>
            </a:r>
            <a:br/>
            <a:r>
              <a:t>Confidence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926080"/>
            <a:ext cx="228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AA4B2"/>
                </a:solidFill>
                <a:latin typeface="JetBrains Mono"/>
              </a:defRPr>
            </a:pPr>
            <a: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011680"/>
            <a:ext cx="2468880" cy="2560320"/>
          </a:xfrm>
          <a:prstGeom prst="rect">
            <a:avLst/>
          </a:prstGeom>
          <a:solidFill>
            <a:srgbClr val="14182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80"/>
            <a:ext cx="20116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03. ENGINE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AI Incident Narrative</a:t>
            </a:r>
            <a:br/>
            <a:r>
              <a:t>Surgical Sanitiser</a:t>
            </a:r>
            <a:br/>
            <a:r>
              <a:t>Sed Generator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926080"/>
            <a:ext cx="228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AA4B2"/>
                </a:solidFill>
                <a:latin typeface="JetBrains Mono"/>
              </a:defRPr>
            </a:pPr>
            <a: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2011680"/>
            <a:ext cx="2468880" cy="2560320"/>
          </a:xfrm>
          <a:prstGeom prst="rect">
            <a:avLst/>
          </a:prstGeom>
          <a:solidFill>
            <a:srgbClr val="141826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240280"/>
            <a:ext cx="20116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04. FRONTEND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React Dashboard</a:t>
            </a:r>
            <a:br/>
            <a:r>
              <a:t>Multi-Terminal Console</a:t>
            </a:r>
            <a:br/>
            <a:r>
              <a:t>Replay Timeline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937760"/>
            <a:ext cx="10820095" cy="1097280"/>
          </a:xfrm>
          <a:prstGeom prst="rect">
            <a:avLst/>
          </a:prstGeom>
          <a:solidFill>
            <a:srgbClr val="141826"/>
          </a:solidFill>
          <a:ln w="19050">
            <a:solidFill>
              <a:srgbClr val="1F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TECHNOLOGY STACK INTEGRATION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• Agents: POSIX Bourne-Again Shell (Bash)  • Backend API: Python 3.9+, FastAPI web server framework</a:t>
            </a:r>
            <a:br/>
            <a:r>
              <a:t>• Threat Analyzer: Modular threat score correlation state machine  • Interface: HTML5, CSS3, Tailwind CSS modules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JetBrains Mono"/>
              </a:defRPr>
            </a:pPr>
            <a:r>
              <a:t>PROOF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REAL-TIME ANOMALY CORRELATION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7899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657600"/>
                <a:gridCol w="347472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F26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EVENT DETECTED</a:t>
                      </a:r>
                    </a:p>
                  </a:txBody>
                  <a:tcPr>
                    <a:solidFill>
                      <a:srgbClr val="1F26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TELEMETRY CORRELATED</a:t>
                      </a:r>
                    </a:p>
                  </a:txBody>
                  <a:tcPr>
                    <a:solidFill>
                      <a:srgbClr val="1F26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THREAT RESOLUTION</a:t>
                      </a:r>
                    </a:p>
                  </a:txBody>
                  <a:tcPr>
                    <a:solidFill>
                      <a:srgbClr val="1F26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Vulnerable PATH Precedence Detected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Trailing colon or relative dot prepended in PATH variable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Severity: WARN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02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Payload planted in relative folder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File python3 written to path location and marked +x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Severity: HIGH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03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Command Redirection Interception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Victim spawns shell process 'python3' from local relative folder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Severity: CRITICAL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04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Telemetry Heuristics Fused Alert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Vulnerable PATH + planted script + process execution matches hijack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Compromise Likelihood: CRITICAL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05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Surgical Sanitisation Applied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PATH variable sanitized. Relative directories removed.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  <a:latin typeface="Arial"/>
                        </a:defRPr>
                      </a:pPr>
                      <a:r>
                        <a:t>REMEDIATED (Threat 0/10)</a:t>
                      </a:r>
                    </a:p>
                  </a:txBody>
                  <a:tcPr>
                    <a:solidFill>
                      <a:srgbClr val="1418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JetBrains Mono"/>
              </a:defRPr>
            </a:pPr>
            <a:r>
              <a:t>IMPACT TODAY, LEGACY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STRATEGIC VALUE &amp; TECHNOLOGY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4182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OPERATIONAL VALUE TODAY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• SOC Incident Response Training:</a:t>
            </a:r>
            <a:br/>
            <a:r>
              <a:t>  Provides analysts with a visual sandbox to analyze process hijacking mechanics.</a:t>
            </a:r>
            <a:br/>
            <a:br/>
            <a:r>
              <a:t>• DevSecOps Pipeline Protection:</a:t>
            </a:r>
            <a:br/>
            <a:r>
              <a:t>  Integrates path audits into build hosts to prevent malicious developer-dependency overrides.</a:t>
            </a:r>
            <a:br/>
            <a:br/>
            <a:r>
              <a:t>• Local Server Hardening:</a:t>
            </a:r>
            <a:br/>
            <a:r>
              <a:t>  Auto-detects shell profile mutation entry points, providing zero-touch sed clean commands.</a:t>
            </a:r>
            <a:br/>
            <a:br/>
            <a:r>
              <a:t>• MITRE ATT&amp;CK Compliance Mapping:</a:t>
            </a:r>
            <a:br/>
            <a:r>
              <a:t>  Aligns system configuration vulnerabilities to standard adversary playbooks.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4182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87452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TECHNOLOGY ROADMAP TOMORROW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• eBPF Kernel Probing Collectors:</a:t>
            </a:r>
            <a:br/>
            <a:r>
              <a:t>  Upgrade agent telemetry from user-space polling to kernel system call hooks (sys_enter_execve).   Guarantees zero-overhead execution monitoring.</a:t>
            </a:r>
            <a:br/>
            <a:br/>
            <a:r>
              <a:t>• Kubernetes Runtime Precedence Checks:</a:t>
            </a:r>
            <a:br/>
            <a:r>
              <a:t>  Scale audit collectors to scan container file boundaries and environment variables dynamically.</a:t>
            </a:r>
            <a:br/>
            <a:br/>
            <a:r>
              <a:t>• Autonomic Self-Healing Loops:</a:t>
            </a:r>
            <a:br/>
            <a:r>
              <a:t>  Deploy automated remediation agents that actively patch target shell profiles upon warning thresholds.</a:t>
            </a:r>
            <a:br/>
            <a:br/>
            <a:r>
              <a:t>• Narrative Agent Integrations:</a:t>
            </a:r>
            <a:br/>
            <a:r>
              <a:t>  Extend narrative generation into LLM-driven custom summaries.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JetBrains Mono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MULTI-TERMINAL SIMULATION ORCHESTRATOR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291840" cy="3108960"/>
          </a:xfrm>
          <a:prstGeom prst="rect">
            <a:avLst/>
          </a:prstGeom>
          <a:solidFill>
            <a:srgbClr val="14182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Attacker Shell</a:t>
            </a:r>
          </a:p>
          <a:p>
            <a:pPr>
              <a:spcBef>
                <a:spcPts val="800"/>
              </a:spcBef>
              <a:defRPr sz="1100">
                <a:solidFill>
                  <a:srgbClr val="EF4444"/>
                </a:solidFill>
                <a:latin typeface="Arial"/>
              </a:defRPr>
            </a:pPr>
            <a:r>
              <a:t>$ cd /tmp/writable_folder</a:t>
            </a:r>
            <a:br/>
            <a:r>
              <a:t>$ echo '#!/bin/bash' &gt; ./python3</a:t>
            </a:r>
            <a:br/>
            <a:r>
              <a:t>$ echo 'echo ATTACK TRIGGERED' &gt;&gt; ./python3</a:t>
            </a:r>
            <a:br/>
            <a:r>
              <a:t>$ chmod +x ./python3</a:t>
            </a:r>
            <a:br/>
            <a:br/>
            <a:r>
              <a:t>[+] Malicious payload planted in active path directory.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645920"/>
            <a:ext cx="3291840" cy="3108960"/>
          </a:xfrm>
          <a:prstGeom prst="rect">
            <a:avLst/>
          </a:prstGeom>
          <a:solidFill>
            <a:srgbClr val="141826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7452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Victim Shell</a:t>
            </a:r>
          </a:p>
          <a:p>
            <a:pPr>
              <a:spcBef>
                <a:spcPts val="800"/>
              </a:spcBef>
              <a:defRPr sz="1100">
                <a:solidFill>
                  <a:srgbClr val="F97316"/>
                </a:solidFill>
                <a:latin typeface="Arial"/>
              </a:defRPr>
            </a:pPr>
            <a:r>
              <a:t>$ export PATH=.:$PATH</a:t>
            </a:r>
            <a:br/>
            <a:r>
              <a:t>$ cd /tmp/writable_folder</a:t>
            </a:r>
            <a:br/>
            <a:r>
              <a:t>$ python3 --version</a:t>
            </a:r>
            <a:br/>
            <a:br/>
            <a:r>
              <a:t>🔥 ATTACK TRIGGERED</a:t>
            </a:r>
            <a:br/>
            <a:r>
              <a:t>  (Resolved from local relative directory precedence)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8183879" y="1645920"/>
            <a:ext cx="3291840" cy="3108960"/>
          </a:xfrm>
          <a:prstGeom prst="rect">
            <a:avLst/>
          </a:prstGeom>
          <a:solidFill>
            <a:srgbClr val="14182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9" y="187452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SOC Dashboard Alert</a:t>
            </a:r>
          </a:p>
          <a:p>
            <a:pPr>
              <a:spcBef>
                <a:spcPts val="800"/>
              </a:spcBef>
              <a:defRPr sz="1100">
                <a:solidFill>
                  <a:srgbClr val="00E5FF"/>
                </a:solidFill>
                <a:latin typeface="Arial"/>
              </a:defRPr>
            </a:pPr>
            <a:r>
              <a:t>===================================</a:t>
            </a:r>
            <a:br/>
            <a:r>
              <a:t> [CRITICAL] execution flow hijack</a:t>
            </a:r>
            <a:br/>
            <a:r>
              <a:t>   Source  : PROCESS_MONITOR</a:t>
            </a:r>
            <a:br/>
            <a:r>
              <a:t>   Target  : python3</a:t>
            </a:r>
            <a:br/>
            <a:r>
              <a:t>   Narrative: Local execution redirection</a:t>
            </a:r>
            <a:br/>
            <a:r>
              <a:t>===================================</a:t>
            </a:r>
            <a:br/>
            <a:r>
              <a:t> [REMEDIATE] -&gt; Sanitized PATH variables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937760"/>
            <a:ext cx="10789920" cy="1097280"/>
          </a:xfrm>
          <a:prstGeom prst="rect">
            <a:avLst/>
          </a:prstGeom>
          <a:solidFill>
            <a:srgbClr val="141826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Arial"/>
              </a:defRPr>
            </a:pPr>
            <a:r>
              <a:t>LIVE EXPLOIT LIFECYCLE FLOW</a:t>
            </a:r>
          </a:p>
          <a:p>
            <a:pPr>
              <a:spcBef>
                <a:spcPts val="800"/>
              </a:spcBef>
              <a:defRPr sz="1100">
                <a:solidFill>
                  <a:srgbClr val="9AA4B2"/>
                </a:solidFill>
                <a:latin typeface="Arial"/>
              </a:defRPr>
            </a:pPr>
            <a:r>
              <a:t>1. Plant payload (Attacker CLI)   2. Hijack command execution (Victim CLI)   3. Anomaly detection &amp; narrative update (SOC Alert)</a:t>
            </a:r>
            <a:br/>
            <a:r>
              <a:t>4. Surgical Sandbox Sanitisation (Remediation CLI)   5. Verification scan (Status: SECURE 0/10)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